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4" r:id="rId1"/>
  </p:sldMasterIdLst>
  <p:sldIdLst>
    <p:sldId id="261" r:id="rId2"/>
    <p:sldId id="262" r:id="rId3"/>
    <p:sldId id="257" r:id="rId4"/>
    <p:sldId id="259" r:id="rId5"/>
    <p:sldId id="263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954" y="-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005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281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163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365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98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482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900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063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382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028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2110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110883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5569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7648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3789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0591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543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2286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  <p:sldLayoutId id="2147483746" r:id="rId12"/>
    <p:sldLayoutId id="2147483747" r:id="rId13"/>
    <p:sldLayoutId id="2147483748" r:id="rId14"/>
    <p:sldLayoutId id="2147483749" r:id="rId15"/>
    <p:sldLayoutId id="2147483750" r:id="rId16"/>
    <p:sldLayoutId id="214748375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rodvercelchatbot.vercel.app/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922ADDB-5787-9B77-117C-1DBE68F60630}"/>
              </a:ext>
            </a:extLst>
          </p:cNvPr>
          <p:cNvSpPr/>
          <p:nvPr/>
        </p:nvSpPr>
        <p:spPr>
          <a:xfrm>
            <a:off x="-1344167" y="0"/>
            <a:ext cx="13536168" cy="6858000"/>
          </a:xfrm>
          <a:prstGeom prst="rect">
            <a:avLst/>
          </a:prstGeom>
          <a:solidFill>
            <a:srgbClr val="384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30F740D-50C2-A199-4176-47E086FD4B16}"/>
              </a:ext>
            </a:extLst>
          </p:cNvPr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F9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8F417B4-2F31-3EF2-8124-C8F0A2D8EE2C}"/>
              </a:ext>
            </a:extLst>
          </p:cNvPr>
          <p:cNvSpPr/>
          <p:nvPr/>
        </p:nvSpPr>
        <p:spPr>
          <a:xfrm>
            <a:off x="10881360" y="5303520"/>
            <a:ext cx="914400" cy="914400"/>
          </a:xfrm>
          <a:prstGeom prst="ellipse">
            <a:avLst/>
          </a:prstGeom>
          <a:solidFill>
            <a:srgbClr val="14A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A4BF283-4B76-458A-7727-C1371E7C583E}"/>
              </a:ext>
            </a:extLst>
          </p:cNvPr>
          <p:cNvSpPr/>
          <p:nvPr/>
        </p:nvSpPr>
        <p:spPr>
          <a:xfrm>
            <a:off x="182880" y="5577840"/>
            <a:ext cx="731520" cy="731520"/>
          </a:xfrm>
          <a:prstGeom prst="ellipse">
            <a:avLst/>
          </a:prstGeom>
          <a:solidFill>
            <a:srgbClr val="EF5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CC52DD-B02D-0EE4-BB8A-5E358E94A094}"/>
              </a:ext>
            </a:extLst>
          </p:cNvPr>
          <p:cNvSpPr txBox="1"/>
          <p:nvPr/>
        </p:nvSpPr>
        <p:spPr>
          <a:xfrm>
            <a:off x="685800" y="1005840"/>
            <a:ext cx="5486400" cy="12801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AI-BASED</a:t>
            </a:r>
            <a:br/>
            <a:r>
              <a:t>CUSTOMER SUPPORT CHATBOT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DCE0C7-8F51-2DC2-9628-E4DC6A1B3733}"/>
              </a:ext>
            </a:extLst>
          </p:cNvPr>
          <p:cNvSpPr txBox="1"/>
          <p:nvPr/>
        </p:nvSpPr>
        <p:spPr>
          <a:xfrm>
            <a:off x="731520" y="2743200"/>
            <a:ext cx="512064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900" b="0">
                <a:solidFill>
                  <a:srgbClr val="FFFFFF"/>
                </a:solidFill>
                <a:latin typeface="Aptos"/>
              </a:defRPr>
            </a:pPr>
            <a:r>
              <a:rPr dirty="0"/>
              <a:t>A simple chatbot that answers customer questions using AI.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A14D29-796F-619D-D392-D3F024497E9E}"/>
              </a:ext>
            </a:extLst>
          </p:cNvPr>
          <p:cNvSpPr txBox="1"/>
          <p:nvPr/>
        </p:nvSpPr>
        <p:spPr>
          <a:xfrm>
            <a:off x="758952" y="3886200"/>
            <a:ext cx="5029200" cy="437043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300" b="1">
                <a:solidFill>
                  <a:srgbClr val="DCE6FF"/>
                </a:solidFill>
                <a:latin typeface="Aptos"/>
              </a:defRPr>
            </a:pPr>
            <a:r>
              <a:rPr dirty="0"/>
              <a:t>PROJECT PRESENTATION  </a:t>
            </a:r>
            <a:r>
              <a:rPr lang="en-US" dirty="0"/>
              <a:t>BY </a:t>
            </a:r>
          </a:p>
          <a:p>
            <a:pPr marL="285750" indent="-285750">
              <a:buFont typeface="Arial" panose="020B0604020202020204" pitchFamily="34" charset="0"/>
              <a:buChar char="•"/>
              <a:defRPr sz="1300" b="1">
                <a:solidFill>
                  <a:srgbClr val="DCE6FF"/>
                </a:solidFill>
                <a:latin typeface="Aptos"/>
              </a:defRPr>
            </a:pPr>
            <a:endParaRPr dirty="0"/>
          </a:p>
        </p:txBody>
      </p:sp>
      <p:pic>
        <p:nvPicPr>
          <p:cNvPr id="17" name="Picture 16" descr="chatbot_cover_art.png">
            <a:extLst>
              <a:ext uri="{FF2B5EF4-FFF2-40B4-BE49-F238E27FC236}">
                <a16:creationId xmlns:a16="http://schemas.microsoft.com/office/drawing/2014/main" id="{ECF28E52-F534-A14B-3157-DF91161DD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2375" y="1280160"/>
            <a:ext cx="5440680" cy="379476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6287D25-35F9-DD06-6418-B561A97B886F}"/>
              </a:ext>
            </a:extLst>
          </p:cNvPr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ptos"/>
              </a:defRPr>
            </a:pPr>
            <a:r>
              <a:t>1/5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9CD910-90F1-D9C5-317D-039F7F07CE5D}"/>
              </a:ext>
            </a:extLst>
          </p:cNvPr>
          <p:cNvSpPr txBox="1"/>
          <p:nvPr/>
        </p:nvSpPr>
        <p:spPr>
          <a:xfrm>
            <a:off x="2770632" y="3930984"/>
            <a:ext cx="3517240" cy="960263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300" b="1">
                <a:solidFill>
                  <a:srgbClr val="DCE6FF"/>
                </a:solidFill>
                <a:latin typeface="Aptos"/>
              </a:defRPr>
            </a:pPr>
            <a:endParaRPr lang="en-US" sz="20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300" b="1">
                <a:solidFill>
                  <a:srgbClr val="DCE6FF"/>
                </a:solidFill>
                <a:latin typeface="Aptos"/>
              </a:defRPr>
            </a:pPr>
            <a:r>
              <a:rPr lang="en-US" sz="20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JASWANTH KORRA</a:t>
            </a:r>
          </a:p>
          <a:p>
            <a:pPr marL="285750" indent="-285750">
              <a:buFont typeface="Arial" panose="020B0604020202020204" pitchFamily="34" charset="0"/>
              <a:buChar char="•"/>
              <a:defRPr sz="1300" b="1">
                <a:solidFill>
                  <a:srgbClr val="DCE6FF"/>
                </a:solidFill>
                <a:latin typeface="Aptos"/>
              </a:defRPr>
            </a:pPr>
            <a:r>
              <a:rPr lang="en-US" sz="20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RAJU VANTHALA</a:t>
            </a:r>
          </a:p>
        </p:txBody>
      </p:sp>
    </p:spTree>
    <p:extLst>
      <p:ext uri="{BB962C8B-B14F-4D97-AF65-F5344CB8AC3E}">
        <p14:creationId xmlns:p14="http://schemas.microsoft.com/office/powerpoint/2010/main" val="1818964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DA6E1EA6-6A38-88FA-F549-85EF448E8700}"/>
              </a:ext>
            </a:extLst>
          </p:cNvPr>
          <p:cNvSpPr/>
          <p:nvPr/>
        </p:nvSpPr>
        <p:spPr>
          <a:xfrm>
            <a:off x="305" y="-182880"/>
            <a:ext cx="12191695" cy="6858000"/>
          </a:xfrm>
          <a:prstGeom prst="rect">
            <a:avLst/>
          </a:prstGeom>
          <a:solidFill>
            <a:srgbClr val="3D4D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C15F1B5-D711-00FE-B876-CF3B3A2CEAB7}"/>
              </a:ext>
            </a:extLst>
          </p:cNvPr>
          <p:cNvSpPr txBox="1"/>
          <p:nvPr/>
        </p:nvSpPr>
        <p:spPr>
          <a:xfrm>
            <a:off x="640080" y="5029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E69171-8ECE-3E0A-9B46-D48B627FF990}"/>
              </a:ext>
            </a:extLst>
          </p:cNvPr>
          <p:cNvSpPr txBox="1"/>
          <p:nvPr/>
        </p:nvSpPr>
        <p:spPr>
          <a:xfrm>
            <a:off x="731520" y="12344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1E6FF"/>
                </a:solidFill>
                <a:latin typeface="Aptos"/>
              </a:defRPr>
            </a:pPr>
            <a:r>
              <a:t>What should the chatbot achieve?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2599636-5F5D-A926-7141-43A91B7B6DD5}"/>
              </a:ext>
            </a:extLst>
          </p:cNvPr>
          <p:cNvSpPr txBox="1"/>
          <p:nvPr/>
        </p:nvSpPr>
        <p:spPr>
          <a:xfrm>
            <a:off x="777240" y="1965960"/>
            <a:ext cx="5120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rPr dirty="0"/>
              <a:t>•  Answer common customer questions</a:t>
            </a:r>
          </a:p>
          <a:p>
            <a:pPr>
              <a:spcAft>
                <a:spcPts val="12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rPr dirty="0"/>
              <a:t>•  Provide quick support at any time</a:t>
            </a:r>
          </a:p>
          <a:p>
            <a:pPr>
              <a:spcAft>
                <a:spcPts val="12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rPr dirty="0"/>
              <a:t>•  Reduce repeated work for support staff</a:t>
            </a:r>
          </a:p>
          <a:p>
            <a:pPr>
              <a:spcAft>
                <a:spcPts val="12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rPr dirty="0"/>
              <a:t>•  Improve customer satisfaction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63E436-7904-EC77-3AA5-EB49F514AA33}"/>
              </a:ext>
            </a:extLst>
          </p:cNvPr>
          <p:cNvSpPr txBox="1"/>
          <p:nvPr/>
        </p:nvSpPr>
        <p:spPr>
          <a:xfrm>
            <a:off x="777240" y="5806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DC6E"/>
                </a:solidFill>
                <a:latin typeface="Aptos"/>
              </a:defRPr>
            </a:pPr>
            <a:r>
              <a:t>Goal: helpful answers with less waiting.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720DEB9-AD55-7B0A-E23C-DA2F206AEBB7}"/>
              </a:ext>
            </a:extLst>
          </p:cNvPr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Aptos"/>
              </a:defRPr>
            </a:pPr>
            <a:r>
              <a:t>1/5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97D5687E-3251-8424-9BC5-AEEB0CFC9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39" y="-182880"/>
            <a:ext cx="73758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9035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E2A55"/>
                </a:solidFill>
                <a:latin typeface="Aptos"/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5F6882"/>
                </a:solidFill>
                <a:latin typeface="Aptos"/>
              </a:defRPr>
            </a:pPr>
            <a:r>
              <a:t>Simple functions customers can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4892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3750"/>
                </a:solidFill>
                <a:latin typeface="Aptos"/>
              </a:defRPr>
            </a:pPr>
            <a:r>
              <a:t>•  Chat box to type questions</a:t>
            </a:r>
          </a:p>
          <a:p>
            <a:pPr>
              <a:spcAft>
                <a:spcPts val="1200"/>
              </a:spcAft>
              <a:defRPr sz="1800">
                <a:solidFill>
                  <a:srgbClr val="2D3750"/>
                </a:solidFill>
                <a:latin typeface="Aptos"/>
              </a:defRPr>
            </a:pPr>
            <a:r>
              <a:t>•  Automatic AI-generated replies</a:t>
            </a:r>
          </a:p>
          <a:p>
            <a:pPr>
              <a:spcAft>
                <a:spcPts val="1200"/>
              </a:spcAft>
              <a:defRPr sz="1800">
                <a:solidFill>
                  <a:srgbClr val="2D3750"/>
                </a:solidFill>
                <a:latin typeface="Aptos"/>
              </a:defRPr>
            </a:pPr>
            <a:r>
              <a:t>•  Answers to frequently asked questions</a:t>
            </a:r>
          </a:p>
          <a:p>
            <a:pPr>
              <a:spcAft>
                <a:spcPts val="1200"/>
              </a:spcAft>
              <a:defRPr sz="1800">
                <a:solidFill>
                  <a:srgbClr val="2D3750"/>
                </a:solidFill>
                <a:latin typeface="Aptos"/>
              </a:defRPr>
            </a:pPr>
            <a:r>
              <a:t>•  Clear messages and error feedback</a:t>
            </a:r>
          </a:p>
          <a:p>
            <a:pPr>
              <a:spcAft>
                <a:spcPts val="1200"/>
              </a:spcAft>
              <a:defRPr sz="1800">
                <a:solidFill>
                  <a:srgbClr val="2D3750"/>
                </a:solidFill>
                <a:latin typeface="Aptos"/>
              </a:defRPr>
            </a:pPr>
            <a:r>
              <a:t>•  Optional chat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E2A55"/>
                </a:solidFill>
                <a:latin typeface="Aptos"/>
              </a:defRPr>
            </a:pPr>
            <a:r>
              <a:t>2/5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EB80B1A-2DE5-0DE7-4060-6871CB221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8286" y="708660"/>
            <a:ext cx="6693409" cy="534009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0878" y="0"/>
            <a:ext cx="12191695" cy="6858000"/>
          </a:xfrm>
          <a:prstGeom prst="rect">
            <a:avLst/>
          </a:prstGeom>
          <a:solidFill>
            <a:srgbClr val="FF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E2A55"/>
                </a:solidFill>
                <a:latin typeface="Aptos"/>
              </a:defRPr>
            </a:pPr>
            <a:r>
              <a:t>BENEFITS &amp;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25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3AA7D"/>
                </a:solidFill>
                <a:latin typeface="Aptos"/>
              </a:defRPr>
            </a:pPr>
            <a:r>
              <a:t>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D3750"/>
                </a:solidFill>
                <a:latin typeface="Aptos"/>
              </a:defRPr>
            </a:pPr>
            <a:r>
              <a:rPr dirty="0"/>
              <a:t>•  Fast answers to common questions</a:t>
            </a:r>
          </a:p>
          <a:p>
            <a:pPr>
              <a:spcAft>
                <a:spcPts val="1200"/>
              </a:spcAft>
              <a:defRPr sz="1600">
                <a:solidFill>
                  <a:srgbClr val="2D3750"/>
                </a:solidFill>
                <a:latin typeface="Aptos"/>
              </a:defRPr>
            </a:pPr>
            <a:r>
              <a:rPr dirty="0"/>
              <a:t>•  Can support users 24/7</a:t>
            </a:r>
          </a:p>
          <a:p>
            <a:pPr>
              <a:spcAft>
                <a:spcPts val="1200"/>
              </a:spcAft>
              <a:defRPr sz="1600">
                <a:solidFill>
                  <a:srgbClr val="2D3750"/>
                </a:solidFill>
                <a:latin typeface="Aptos"/>
              </a:defRPr>
            </a:pPr>
            <a:r>
              <a:rPr dirty="0"/>
              <a:t>•  Reduces repetitive tasks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4747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14B87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97764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D3750"/>
                </a:solidFill>
                <a:latin typeface="Aptos"/>
              </a:defRPr>
            </a:pPr>
            <a:r>
              <a:t>•  Needs internet and a working AI API</a:t>
            </a:r>
          </a:p>
          <a:p>
            <a:pPr>
              <a:spcAft>
                <a:spcPts val="1200"/>
              </a:spcAft>
              <a:defRPr sz="1600">
                <a:solidFill>
                  <a:srgbClr val="2D3750"/>
                </a:solidFill>
                <a:latin typeface="Aptos"/>
              </a:defRPr>
            </a:pPr>
            <a:r>
              <a:t>•  May misunderstand unclear questions</a:t>
            </a:r>
          </a:p>
          <a:p>
            <a:pPr>
              <a:spcAft>
                <a:spcPts val="1200"/>
              </a:spcAft>
              <a:defRPr sz="1600">
                <a:solidFill>
                  <a:srgbClr val="2D3750"/>
                </a:solidFill>
                <a:latin typeface="Aptos"/>
              </a:defRPr>
            </a:pPr>
            <a:r>
              <a:t>•  Complex issues may need human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E2A55"/>
                </a:solidFill>
                <a:latin typeface="Aptos"/>
              </a:defRPr>
            </a:pPr>
            <a:r>
              <a:t>4/5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4CAF667-0645-F8B2-55FD-2662900E9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" y="1024128"/>
            <a:ext cx="5647944" cy="47914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79BEF-D0B1-2173-BAD5-0505FED38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E64EA4-9275-81E6-1FCF-61008E260B3F}"/>
              </a:ext>
            </a:extLst>
          </p:cNvPr>
          <p:cNvSpPr/>
          <p:nvPr/>
        </p:nvSpPr>
        <p:spPr>
          <a:xfrm>
            <a:off x="-1296543" y="-297180"/>
            <a:ext cx="13657326" cy="7292340"/>
          </a:xfrm>
          <a:prstGeom prst="rect">
            <a:avLst/>
          </a:prstGeom>
          <a:solidFill>
            <a:srgbClr val="259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B7C133-9628-8876-994D-11EA2C6E3806}"/>
              </a:ext>
            </a:extLst>
          </p:cNvPr>
          <p:cNvSpPr txBox="1"/>
          <p:nvPr/>
        </p:nvSpPr>
        <p:spPr>
          <a:xfrm>
            <a:off x="685800" y="59436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F06F8C-0647-34A6-3241-8AEB7614FCA9}"/>
              </a:ext>
            </a:extLst>
          </p:cNvPr>
          <p:cNvSpPr txBox="1"/>
          <p:nvPr/>
        </p:nvSpPr>
        <p:spPr>
          <a:xfrm>
            <a:off x="731520" y="1554480"/>
            <a:ext cx="48006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  <a:r>
              <a:rPr dirty="0"/>
              <a:t>An AI-based customer support chatbot can provide quick answers and make online support more efficient.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25560E-F0C2-3A97-F9B3-5E1ADBA1C0B2}"/>
              </a:ext>
            </a:extLst>
          </p:cNvPr>
          <p:cNvSpPr txBox="1"/>
          <p:nvPr/>
        </p:nvSpPr>
        <p:spPr>
          <a:xfrm>
            <a:off x="749808" y="3451860"/>
            <a:ext cx="4846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E07D"/>
                </a:solidFill>
                <a:latin typeface="Aptos"/>
              </a:defRPr>
            </a:pPr>
            <a:r>
              <a:rPr dirty="0"/>
              <a:t>FUTURE IMPROVEMENTS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BB44F7-BC34-304F-F7F2-9409EF54080D}"/>
              </a:ext>
            </a:extLst>
          </p:cNvPr>
          <p:cNvSpPr txBox="1"/>
          <p:nvPr/>
        </p:nvSpPr>
        <p:spPr>
          <a:xfrm>
            <a:off x="749808" y="39319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rPr dirty="0"/>
              <a:t>•  Support Telugu and other languages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rPr dirty="0"/>
              <a:t>•  Add voice chat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rPr dirty="0"/>
              <a:t>•  Improve answers using feedback</a:t>
            </a:r>
          </a:p>
        </p:txBody>
      </p:sp>
      <p:pic>
        <p:nvPicPr>
          <p:cNvPr id="14" name="Picture 13" descr="end_chatbot.png">
            <a:extLst>
              <a:ext uri="{FF2B5EF4-FFF2-40B4-BE49-F238E27FC236}">
                <a16:creationId xmlns:a16="http://schemas.microsoft.com/office/drawing/2014/main" id="{C29C5D50-0384-FE20-68B5-9CF672799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4445" y="864426"/>
            <a:ext cx="5006035" cy="420624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9ACB8FC-829E-D149-59D4-ADCDA82EF499}"/>
              </a:ext>
            </a:extLst>
          </p:cNvPr>
          <p:cNvSpPr txBox="1"/>
          <p:nvPr/>
        </p:nvSpPr>
        <p:spPr>
          <a:xfrm>
            <a:off x="6071616" y="6015633"/>
            <a:ext cx="508406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rPr lang="en-IN" dirty="0">
                <a:hlinkClick r:id="rId3"/>
              </a:rPr>
              <a:t>https://prodvercelchatbot.vercel.app/</a:t>
            </a:r>
            <a:endParaRPr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51ADAA-5F33-D243-C443-96A01AAB72BE}"/>
              </a:ext>
            </a:extLst>
          </p:cNvPr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dirty="0"/>
              <a:t>5/5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56AF2E-6FFF-2691-1956-ADCBE4114665}"/>
              </a:ext>
            </a:extLst>
          </p:cNvPr>
          <p:cNvSpPr txBox="1"/>
          <p:nvPr/>
        </p:nvSpPr>
        <p:spPr>
          <a:xfrm>
            <a:off x="749808" y="5989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rPr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806498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67</TotalTime>
  <Words>185</Words>
  <Application>Microsoft Office PowerPoint</Application>
  <PresentationFormat>Widescreen</PresentationFormat>
  <Paragraphs>43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Aarohan</dc:creator>
  <cp:keywords/>
  <dc:description>generated using python-pptx</dc:description>
  <cp:lastModifiedBy>Aarohan</cp:lastModifiedBy>
  <cp:revision>16</cp:revision>
  <dcterms:created xsi:type="dcterms:W3CDTF">2013-01-27T09:14:16Z</dcterms:created>
  <dcterms:modified xsi:type="dcterms:W3CDTF">2026-10-12T09:48:39Z</dcterms:modified>
  <cp:category/>
</cp:coreProperties>
</file>